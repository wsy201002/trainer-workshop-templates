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mainMaster="rId1" firstSlideNum="1" rtl="false">
  <p:sldMasterIdLst>
    <p:sldMasterId id="2147483648" r:id="rId1"/>
  </p:sldMasterIdLst>
  <p:sldIdLst>
    <p:sldId id="256" r:id="rId3"/>
  </p:sldIdLst>
  <p:sldLayoutIdLst>
    <p:sldLayoutId id="2147483649" r:id="rId4"/>
  </p:sldLayoutIdLst>
  <p:txStyles/>
  <p:notesSz cx="6858000" cy="9144000"/>
  <p:defaultTextStyle>
    <a:defPPr/>
  </p:defaultTextStyle>
</p:presentation>
</file>

<file path=ppt/presProps.xml><?xml version="1.0" encoding="utf-8"?>
<p:presentationPr xmlns:p="http://schemas.openxmlformats.org/presentationml/2006/main">
  <p:extLst>
    <p:ext uri="{E76CE94A-603C-4147-B67D-4D46F2654D9C}">
      <p14:creationId xmlns:p14="http://schemas.microsoft.com/office/powerpoint/2010/main" val="123456789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Layout" Target="slideLayouts/slideLayout1.xml"/>
  <Relationship Id="rId5" Type="http://schemas.openxmlformats.org/officeDocument/2006/relationships/presProps" Target="presProps.xml"/>
  <Relationship Id="rId6" Type="http://schemas.openxmlformats.org/officeDocument/2006/relationships/tableStyles" Target="tableStyles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name="Blank" showMasterSp="false">
  <p:cSld name="Blank">
    <p:spTree>
      <p:nvGrpSpPr>
        <p:cNvPr id="1" name=""/>
        <p:cNvSpPr/>
        <p:nvPr/>
      </p:nvGrpSpPr>
      <p:grpSpPr/>
    </p:spTree>
  </p:cSld>
  <p:clrMapOvr>
    <a:masterClrMapping/>
  </p:clrMapOvr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lt1"/>
      </p:bgRef>
    </p:bg>
    <p:spTree>
      <p:nvGrpSpPr>
        <p:cNvPr id="1" name=""/>
        <p:cNvSpPr/>
        <p:nvPr/>
      </p:nvGrpSpPr>
      <p:grpSpPr/>
    </p:spTree>
  </p:cSld>
  <p:txStyles>
    <p:titleStyle>
      <a:lvl1pPr algn="ctr" defTabSz="914400">
        <a:defRPr sz="4400" b="1" kern="1200">
          <a:solidFill>
            <a:schemeClr val="dk1"/>
          </a:solidFill>
          <a:latin typeface="+mn-lt"/>
          <a:ea typeface="+mn-ea"/>
        </a:defRPr>
      </a:lvl1pPr>
    </p:titleStyle>
    <p:bodyStyle>
      <a:lvl1pPr algn="l" defTabSz="914400" indent="914400" marL="914400">
        <a:defRPr sz="1800">
          <a:solidFill>
            <a:schemeClr val="dk1"/>
          </a:solidFill>
          <a:latin typeface="+mn-lt"/>
          <a:ea typeface="+mn-ea"/>
        </a:defRPr>
      </a:lvl1pPr>
    </p:bodyStyle>
    <p:otherStyle>
      <a:defPPr>
        <a:defRPr sz="1800">
          <a:solidFill>
            <a:schemeClr val="dk1"/>
          </a:solidFill>
          <a:latin typeface="+mn-lt"/>
          <a:ea typeface="+mn-ea"/>
        </a:defRPr>
      </a:defPPr>
    </p:otherStyle>
  </p:txStyles>
  <p:sldLayoutIdLst>
    <p:sldLayoutId id="2147483649" r:id="rId1"/>
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0">
            <a:gsLst>
              <a:gs pos="0">
                <a:srgbClr val="E8F5E9"/>
              </a:gs>
              <a:gs pos="50000">
                <a:srgbClr val="C8E6C9"/>
              </a:gs>
              <a:gs pos="100000">
                <a:srgbClr val="A5D6A7"/>
              </a:gs>
            </a:gsLst>
            <a:lin ang="13500000" scaled="0"/>
          </a:gradFill>
        </p:spPr>
      </p:sp>
      <p:sp>
        <p:nvSpPr>
          <p:cNvPr id="2" name="Title"/>
          <p:cNvSpPr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dirty="0" sz="3200" b="1">
                <a:solidFill>
                  <a:srgbClr val="1B5E20"/>
                </a:solidFill>
                <a:latin typeface="Microsoft YaHei"/>
                <a:ea typeface="Microsoft YaHei"/>
              </a:rPr>
              <a:t>培训管理体系 - 层级职责全景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zh-CN" dirty="0" sz="1600" i="1">
                <a:solidFill>
                  <a:srgbClr val="2E7D32"/>
                </a:solidFill>
                <a:latin typeface="Microsoft YaHei"/>
                <a:ea typeface="Microsoft YaHei"/>
              </a:rPr>
              <a:t>不同管理层级应该关注的事务</a:t>
            </a:r>
          </a:p>
        </p:txBody>
      </p:sp>
      <p:sp>
        <p:nvSpPr>
          <p:cNvPr id="10" name="Level 1"/>
          <p:cNvSpPr>
            <a:spLocks noChangeArrowheads="1"/>
          </p:cNvSpPr>
          <p:nvPr/>
        </p:nvSpPr>
        <p:spPr>
          <a:xfrm>
            <a:off x="1980590" y="1828800"/>
            <a:ext cx="8229600" cy="7772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effectLst>
            <a:outerShdw blurRad="50800" dist="25400" dir="27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ole 1"/>
          <p:cNvSpPr/>
          <p:nvPr/>
        </p:nvSpPr>
        <p:spPr>
          <a:xfrm>
            <a:off x="1980590" y="182880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="ctr" anchorCtr="0" lIns="120000" rIns="120000" tIns="0" bIns="0"/>
          <a:lstStyle/>
          <a:p>
            <a:pPr algn="l"/>
            <a:r>
              <a:rPr lang="zh-CN" dirty="0" sz="2000" b="1">
                <a:solidFill>
                  <a:srgbClr val="FFFFFF"/>
                </a:solidFill>
                <a:latin typeface="Microsoft YaHei"/>
                <a:ea typeface="Microsoft YaHei"/>
              </a:rPr>
              <a:t>培训经理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 xml:space="preserve">    |    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决策+体系</a:t>
            </a:r>
          </a:p>
        </p:txBody>
      </p:sp>
      <p:sp>
        <p:nvSpPr>
          <p:cNvPr id="14" name="Arrow 1"/>
          <p:cNvSpPr/>
          <p:nvPr/>
        </p:nvSpPr>
        <p:spPr>
          <a:xfrm>
            <a:off x="5638190" y="2606040"/>
            <a:ext cx="914400" cy="228600"/>
          </a:xfrm>
          <a:prstGeom prst="downArrow">
            <a:avLst/>
          </a:prstGeom>
          <a:solidFill>
            <a:srgbClr val="81C784"/>
          </a:solidFill>
          <a:ln w="0">
            <a:noFill/>
          </a:ln>
        </p:spPr>
      </p:sp>
      <p:sp>
        <p:nvSpPr>
          <p:cNvPr id="13" name="Level 2"/>
          <p:cNvSpPr>
            <a:spLocks noChangeArrowheads="1"/>
          </p:cNvSpPr>
          <p:nvPr/>
        </p:nvSpPr>
        <p:spPr>
          <a:xfrm>
            <a:off x="1980590" y="2834640"/>
            <a:ext cx="8229600" cy="777240"/>
          </a:xfrm>
          <a:prstGeom prst="roundRect">
            <a:avLst>
              <a:gd name="adj" fmla="val 16667"/>
            </a:avLst>
          </a:prstGeom>
          <a:solidFill>
            <a:srgbClr val="388E3C"/>
          </a:solidFill>
          <a:effectLst>
            <a:outerShdw blurRad="50800" dist="25400" dir="27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ole 2"/>
          <p:cNvSpPr/>
          <p:nvPr/>
        </p:nvSpPr>
        <p:spPr>
          <a:xfrm>
            <a:off x="1980590" y="28346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="ctr" anchorCtr="0" lIns="120000" rIns="120000" tIns="0" bIns="0"/>
          <a:lstStyle/>
          <a:p>
            <a:pPr algn="l"/>
            <a:r>
              <a:rPr lang="zh-CN" dirty="0" sz="2000" b="1">
                <a:solidFill>
                  <a:srgbClr val="FFFFFF"/>
                </a:solidFill>
                <a:latin typeface="Microsoft YaHei"/>
                <a:ea typeface="Microsoft YaHei"/>
              </a:rPr>
              <a:t>培训主管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 xml:space="preserve">    |    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执行管理</a:t>
            </a:r>
          </a:p>
        </p:txBody>
      </p:sp>
      <p:sp>
        <p:nvSpPr>
          <p:cNvPr id="17" name="Arrow 2"/>
          <p:cNvSpPr/>
          <p:nvPr/>
        </p:nvSpPr>
        <p:spPr>
          <a:xfrm>
            <a:off x="5638190" y="3611880"/>
            <a:ext cx="914400" cy="228600"/>
          </a:xfrm>
          <a:prstGeom prst="downArrow">
            <a:avLst/>
          </a:prstGeom>
          <a:solidFill>
            <a:srgbClr val="81C784"/>
          </a:solidFill>
          <a:ln w="0">
            <a:noFill/>
          </a:ln>
        </p:spPr>
      </p:sp>
      <p:sp>
        <p:nvSpPr>
          <p:cNvPr id="16" name="Level 3"/>
          <p:cNvSpPr>
            <a:spLocks noChangeArrowheads="1"/>
          </p:cNvSpPr>
          <p:nvPr/>
        </p:nvSpPr>
        <p:spPr>
          <a:xfrm>
            <a:off x="1980590" y="3840480"/>
            <a:ext cx="8229600" cy="777240"/>
          </a:xfrm>
          <a:prstGeom prst="roundRect">
            <a:avLst>
              <a:gd name="adj" fmla="val 16667"/>
            </a:avLst>
          </a:prstGeom>
          <a:solidFill>
            <a:srgbClr val="43A047"/>
          </a:solidFill>
          <a:effectLst>
            <a:outerShdw blurRad="50800" dist="25400" dir="27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ole 3"/>
          <p:cNvSpPr/>
          <p:nvPr/>
        </p:nvSpPr>
        <p:spPr>
          <a:xfrm>
            <a:off x="1980590" y="3840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="ctr" anchorCtr="0" lIns="120000" rIns="120000" tIns="0" bIns="0"/>
          <a:lstStyle/>
          <a:p>
            <a:pPr algn="l"/>
            <a:r>
              <a:rPr lang="zh-CN" dirty="0" sz="2000" b="1">
                <a:solidFill>
                  <a:srgbClr val="FFFFFF"/>
                </a:solidFill>
                <a:latin typeface="Microsoft YaHei"/>
                <a:ea typeface="Microsoft YaHei"/>
              </a:rPr>
              <a:t>一线培训师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 xml:space="preserve">    |    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教学</a:t>
            </a:r>
          </a:p>
        </p:txBody>
      </p:sp>
      <p:sp>
        <p:nvSpPr>
          <p:cNvPr id="20" name="Arrow 3"/>
          <p:cNvSpPr/>
          <p:nvPr/>
        </p:nvSpPr>
        <p:spPr>
          <a:xfrm>
            <a:off x="5638190" y="4617720"/>
            <a:ext cx="914400" cy="228600"/>
          </a:xfrm>
          <a:prstGeom prst="downArrow">
            <a:avLst/>
          </a:prstGeom>
          <a:solidFill>
            <a:srgbClr val="81C784"/>
          </a:solidFill>
          <a:ln w="0">
            <a:noFill/>
          </a:ln>
        </p:spPr>
      </p:sp>
      <p:sp>
        <p:nvSpPr>
          <p:cNvPr id="19" name="Level 4"/>
          <p:cNvSpPr>
            <a:spLocks noChangeArrowheads="1"/>
          </p:cNvSpPr>
          <p:nvPr/>
        </p:nvSpPr>
        <p:spPr>
          <a:xfrm>
            <a:off x="1980590" y="4846320"/>
            <a:ext cx="8229600" cy="777240"/>
          </a:xfrm>
          <a:prstGeom prst="roundRect">
            <a:avLst>
              <a:gd name="adj" fmla="val 16667"/>
            </a:avLst>
          </a:prstGeom>
          <a:solidFill>
            <a:srgbClr val="66BB6A"/>
          </a:solidFill>
          <a:effectLst>
            <a:outerShdw blurRad="50800" dist="25400" dir="27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ole 4"/>
          <p:cNvSpPr/>
          <p:nvPr/>
        </p:nvSpPr>
        <p:spPr>
          <a:xfrm>
            <a:off x="1980590" y="48463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="ctr" anchorCtr="0" lIns="120000" rIns="120000" tIns="0" bIns="0"/>
          <a:lstStyle/>
          <a:p>
            <a:pPr algn="l"/>
            <a:r>
              <a:rPr lang="zh-CN" dirty="0" sz="2000" b="1">
                <a:solidFill>
                  <a:srgbClr val="FFFFFF"/>
                </a:solidFill>
                <a:latin typeface="Microsoft YaHei"/>
                <a:ea typeface="Microsoft YaHei"/>
              </a:rPr>
              <a:t>培训文员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85000"/>
              </a:rPr>
              <a:t xml:space="preserve">    |    </a:t>
            </a:r>
            <a:r>
              <a:rPr lang="zh-CN" dirty="0" sz="1800">
                <a:solidFill>
                  <a:srgbClr val="FFFFFF"/>
                </a:solidFill>
                <a:latin typeface="Microsoft YaHei"/>
                <a:ea typeface="Microsoft YaHei"/>
                <a:alpha val="90000"/>
              </a:rPr>
              <a:t>记录+数据</a:t>
            </a:r>
          </a:p>
        </p:txBody>
      </p:sp>
      <p:sp>
        <p:nvSpPr>
          <p:cNvPr id="23" name="Arrow 4"/>
          <p:cNvSpPr/>
          <p:nvPr/>
        </p:nvSpPr>
        <p:spPr>
          <a:xfrm>
            <a:off x="5638190" y="5623560"/>
            <a:ext cx="914400" cy="228600"/>
          </a:xfrm>
          <a:prstGeom prst="downArrow">
            <a:avLst/>
          </a:prstGeom>
          <a:solidFill>
            <a:srgbClr val="81C784"/>
          </a:solidFill>
          <a:ln w="0">
            <a:noFill/>
          </a:ln>
        </p:spPr>
      </p:sp>
      <p:sp>
        <p:nvSpPr>
          <p:cNvPr id="22" name="Level 5"/>
          <p:cNvSpPr>
            <a:spLocks noChangeArrowheads="1"/>
          </p:cNvSpPr>
          <p:nvPr/>
        </p:nvSpPr>
        <p:spPr>
          <a:xfrm>
            <a:off x="1980590" y="5852160"/>
            <a:ext cx="8229600" cy="777240"/>
          </a:xfrm>
          <a:prstGeom prst="roundRect">
            <a:avLst>
              <a:gd name="adj" fmla="val 16667"/>
            </a:avLst>
          </a:prstGeom>
          <a:solidFill>
            <a:srgbClr val="81C784"/>
          </a:solidFill>
          <a:effectLst>
            <a:outerShdw blurRad="50800" dist="25400" dir="27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ole 5"/>
          <p:cNvSpPr/>
          <p:nvPr/>
        </p:nvSpPr>
        <p:spPr>
          <a:xfrm>
            <a:off x="1980590" y="58521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="ctr" anchorCtr="0" lIns="120000" rIns="120000" tIns="0" bIns="0"/>
          <a:lstStyle/>
          <a:p>
            <a:pPr algn="l"/>
            <a:r>
              <a:rPr lang="zh-CN" dirty="0" sz="2000" b="1">
                <a:solidFill>
                  <a:srgbClr val="1B5E20"/>
                </a:solidFill>
                <a:latin typeface="Microsoft YaHei"/>
                <a:ea typeface="Microsoft YaHei"/>
              </a:rPr>
              <a:t>班组长</a:t>
            </a:r>
            <a:r>
              <a:rPr lang="zh-CN" dirty="0" sz="1800">
                <a:solidFill>
                  <a:srgbClr val="1B5E20"/>
                </a:solidFill>
                <a:latin typeface="Microsoft YaHei"/>
                <a:ea typeface="Microsoft YaHei"/>
                <a:alpha val="85000"/>
              </a:rPr>
              <a:t xml:space="preserve">    |    </a:t>
            </a:r>
            <a:r>
              <a:rPr lang="zh-CN" dirty="0" sz="1800">
                <a:solidFill>
                  <a:srgbClr val="1B5E20"/>
                </a:solidFill>
                <a:latin typeface="Microsoft YaHei"/>
                <a:ea typeface="Microsoft YaHei"/>
                <a:alpha val="90000"/>
              </a:rPr>
              <a:t>配合+反馈</a:t>
            </a:r>
          </a:p>
        </p:txBody>
      </p:sp>
      <p:sp>
        <p:nvSpPr>
          <p:cNvPr id="50" name="Badge 1"/>
          <p:cNvSpPr/>
          <p:nvPr/>
        </p:nvSpPr>
        <p:spPr>
          <a:xfrm>
            <a:off x="1371600" y="19431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60" name="Num 1"/>
          <p:cNvSpPr/>
          <p:nvPr/>
        </p:nvSpPr>
        <p:spPr>
          <a:xfrm>
            <a:off x="1371600" y="19431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dirty="0" sz="1400" b="1">
                <a:solidFill>
                  <a:srgbClr val="FFFFFF"/>
                </a:solidFill>
                <a:latin typeface="Calibri"/>
                <a:ea typeface="Calibri"/>
              </a:rPr>
              <a:t>L1</a:t>
            </a:r>
          </a:p>
        </p:txBody>
      </p:sp>
      <p:sp>
        <p:nvSpPr>
          <p:cNvPr id="51" name="Badge 2"/>
          <p:cNvSpPr/>
          <p:nvPr/>
        </p:nvSpPr>
        <p:spPr>
          <a:xfrm>
            <a:off x="1371600" y="2948940"/>
            <a:ext cx="548640" cy="54864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FFFFFF"/>
            </a:solidFill>
          </a:ln>
        </p:spPr>
      </p:sp>
      <p:sp>
        <p:nvSpPr>
          <p:cNvPr id="61" name="Num 2"/>
          <p:cNvSpPr/>
          <p:nvPr/>
        </p:nvSpPr>
        <p:spPr>
          <a:xfrm>
            <a:off x="1371600" y="29489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dirty="0" sz="1400" b="1">
                <a:solidFill>
                  <a:srgbClr val="FFFFFF"/>
                </a:solidFill>
                <a:latin typeface="Calibri"/>
                <a:ea typeface="Calibri"/>
              </a:rPr>
              <a:t>L2</a:t>
            </a:r>
          </a:p>
        </p:txBody>
      </p:sp>
      <p:sp>
        <p:nvSpPr>
          <p:cNvPr id="52" name="Badge 3"/>
          <p:cNvSpPr/>
          <p:nvPr/>
        </p:nvSpPr>
        <p:spPr>
          <a:xfrm>
            <a:off x="1371600" y="3954780"/>
            <a:ext cx="548640" cy="54864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FFFFFF"/>
            </a:solidFill>
          </a:ln>
        </p:spPr>
      </p:sp>
      <p:sp>
        <p:nvSpPr>
          <p:cNvPr id="62" name="Num 3"/>
          <p:cNvSpPr/>
          <p:nvPr/>
        </p:nvSpPr>
        <p:spPr>
          <a:xfrm>
            <a:off x="1371600" y="39547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dirty="0" sz="1400" b="1">
                <a:solidFill>
                  <a:srgbClr val="FFFFFF"/>
                </a:solidFill>
                <a:latin typeface="Calibri"/>
                <a:ea typeface="Calibri"/>
              </a:rPr>
              <a:t>L3</a:t>
            </a:r>
          </a:p>
        </p:txBody>
      </p:sp>
      <p:sp>
        <p:nvSpPr>
          <p:cNvPr id="53" name="Badge 4"/>
          <p:cNvSpPr/>
          <p:nvPr/>
        </p:nvSpPr>
        <p:spPr>
          <a:xfrm>
            <a:off x="1371600" y="4960620"/>
            <a:ext cx="548640" cy="54864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FFFFFF"/>
            </a:solidFill>
          </a:ln>
        </p:spPr>
      </p:sp>
      <p:sp>
        <p:nvSpPr>
          <p:cNvPr id="63" name="Num 4"/>
          <p:cNvSpPr/>
          <p:nvPr/>
        </p:nvSpPr>
        <p:spPr>
          <a:xfrm>
            <a:off x="1371600" y="49606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dirty="0" sz="1400" b="1">
                <a:solidFill>
                  <a:srgbClr val="FFFFFF"/>
                </a:solidFill>
                <a:latin typeface="Calibri"/>
                <a:ea typeface="Calibri"/>
              </a:rPr>
              <a:t>L4</a:t>
            </a:r>
          </a:p>
        </p:txBody>
      </p:sp>
      <p:sp>
        <p:nvSpPr>
          <p:cNvPr id="54" name="Badge 5"/>
          <p:cNvSpPr/>
          <p:nvPr/>
        </p:nvSpPr>
        <p:spPr>
          <a:xfrm>
            <a:off x="1371600" y="5966460"/>
            <a:ext cx="548640" cy="54864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/>
            </a:solidFill>
          </a:ln>
        </p:spPr>
      </p:sp>
      <p:sp>
        <p:nvSpPr>
          <p:cNvPr id="64" name="Num 5"/>
          <p:cNvSpPr/>
          <p:nvPr/>
        </p:nvSpPr>
        <p:spPr>
          <a:xfrm>
            <a:off x="1371600" y="59664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" dirty="0" sz="1400" b="1">
                <a:solidFill>
                  <a:srgbClr val="FFFFFF"/>
                </a:solidFill>
                <a:latin typeface="Calibri"/>
                <a:ea typeface="Calibri"/>
              </a:rPr>
              <a:t>L5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Healing">
  <a:themeElements>
    <a:clrScheme name="GreenHealing">
      <a:dk1>
        <a:srgbClr val="2D5016"/>
      </a:dk1>
      <a:lt1>
        <a:srgbClr val="F1F8E9"/>
      </a:lt1>
      <a:dk2>
        <a:srgbClr val="33691E"/>
      </a:dk2>
      <a:lt2>
        <a:srgbClr val="DCEDC8"/>
      </a:lt2>
      <a:accent1>
        <a:srgbClr val="4CAF50"/>
      </a:accent1>
      <a:accent2>
        <a:srgbClr val="81C784"/>
      </a:accent2>
      <a:accent3>
        <a:srgbClr val="A5D6A7"/>
      </a:accent3>
      <a:accent4>
        <a:srgbClr val="66BB6A"/>
      </a:accent4>
      <a:accent5>
        <a:srgbClr val="2E7D32"/>
      </a:accent5>
      <a:accent6>
        <a:srgbClr val="C8E6C9"/>
      </a:accent6>
      <a:hlink>
        <a:srgbClr val="43A047"/>
      </a:hlink>
      <a:folHlink>
        <a:srgbClr val="81C784"/>
      </a:folHlink>
    </a:clrScheme>
    <a:fontScheme name="GreenHealing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GreenHealing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</a:fmtScheme>
  </a:themeElements>
</a:theme>
</file>